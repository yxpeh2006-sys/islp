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ABC2-8132-540A-58DB-A2A7FEC50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C850C-86CC-7D39-87C3-7A3FE295B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58E66-413A-155F-D372-7A976058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F3974-BF70-1789-6B6F-22EEE1912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00577-EEE7-D69E-46E0-6F13C068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314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9098-75B6-9F48-587C-1327C0F2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3AD30-DD67-DDDC-7447-419EB4C82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09A2D-94D3-2FA1-567C-FBC356E7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4AFF4-9A32-84C9-081D-5ADBEFCC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88498-24CF-6AD6-D2D1-1858AA74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217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498A-7F67-0465-8148-441B10FC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931A1-6342-CCD2-A932-0C59B87A6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78330-C594-B3D4-0221-BCBD91B5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D6B04-D377-CF0E-DA15-43E6C5B6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83AB5-C92F-96AE-7350-DDA9E739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978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4327-8ADE-A9A9-5438-42AEC93E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00A2B-B7F3-502A-8192-D02558431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7076B-3FE6-D8A9-2502-E7E15A423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23AF2-7694-8591-F508-035D0091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43AFD-42B5-3CDB-215E-ACB827C1A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7AB9A-6DF5-3704-EC4B-DE4C4FD9B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7062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EAD3-FFFB-FF8C-81A3-ECE8B95D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9BB54-0F79-F4DB-0751-F2C708DF3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8BA4D-47E9-FC64-D6A1-C95CE97D5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DDF2D-8EA9-B811-C007-96EC9B1C6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75DB7-46A4-A986-6C2A-D00A95924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2AED98-1DDD-E68C-37A3-F6BB4D99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F81B-C657-AF22-9AF5-AC2EABA6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683182-8F9B-2F84-3C9E-5D4EF14C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594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6154-4751-D1C7-CC5B-C60789A9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9946A-F7FB-D40C-480C-E130D884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95F0A-3721-70DB-16DB-9946A055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A1409-E072-112E-9A3D-6606D5EB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1537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4FA1C-0398-B8B7-E088-16E287826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336E2-0A9C-F188-3247-75A8B8BC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A54E-02C4-DF82-AF27-0B644ED3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9435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9ADB-6289-26F1-81E1-0829CD0A1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F4766-9A79-1BE3-344E-CBC410603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9CCF6-4408-42D4-3C86-E0ADBC86D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F20D1-ACD9-4666-D2D0-446978C6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52E53-E5E5-374D-1711-B164B71A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F59F6-C374-13EF-43E2-A603A8D7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181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2683-3D40-AE21-1F25-F60B5A5C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4CC0AB-9928-4122-0200-C20D1A949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26687-A586-6AAE-7F3A-5AF2CAA0C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79F1C-82F6-EE09-EE50-283D0736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CBEB8-1D0F-6A39-8B8E-6CBA08CB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A0361-2875-E0AB-C60A-8DBF224D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82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8CDF-2924-78CE-1677-28F83BFF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F8FFA-501B-1541-7180-23C8F6F72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02358-45AA-3A88-4AE2-71FF9AF1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11BF1-C4C5-C309-5754-FCB7F012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3CC5F-EA08-D259-D28E-8BDDFA73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961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C9A97-A6C3-9485-2FA2-8711D1880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56D50-E1B2-BB8A-6AFA-3F29FA96C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3DD66-F683-5FB4-540E-FB7A42A9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BE795-6080-0095-7519-67631B51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436DA-F646-8DD4-17A6-8D954B96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899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8868C8-0F01-23D9-F2E5-46AD9349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49868-2949-4C57-D4AB-B36871C53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71A98-07A9-ED8D-D188-D394FA205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EDFF5-B917-4B90-99B9-24EF89F89C94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FF96D-F97D-F498-2E1E-2A6760C58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D8A0F-49BF-A033-2A59-7BC8A39F9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C95F6-F0EE-4E13-8BC5-7582729B740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482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07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12B1-A68D-4F9A-2991-01E25AA7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39DB2B-EFA3-7C4F-8B8F-173EF501C929}"/>
              </a:ext>
            </a:extLst>
          </p:cNvPr>
          <p:cNvCxnSpPr/>
          <p:nvPr/>
        </p:nvCxnSpPr>
        <p:spPr>
          <a:xfrm>
            <a:off x="4316361" y="4336026"/>
            <a:ext cx="3293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074460-64A2-2076-41BA-C25D443CC299}"/>
              </a:ext>
            </a:extLst>
          </p:cNvPr>
          <p:cNvCxnSpPr>
            <a:cxnSpLocks/>
          </p:cNvCxnSpPr>
          <p:nvPr/>
        </p:nvCxnSpPr>
        <p:spPr>
          <a:xfrm flipV="1">
            <a:off x="4316361" y="3229896"/>
            <a:ext cx="2689123" cy="1106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D46F22-2B42-8218-5F28-C7F62F48A068}"/>
                  </a:ext>
                </a:extLst>
              </p:cNvPr>
              <p:cNvSpPr txBox="1"/>
              <p:nvPr/>
            </p:nvSpPr>
            <p:spPr>
              <a:xfrm>
                <a:off x="6445045" y="2860563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D46F22-2B42-8218-5F28-C7F62F48A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45" y="2860563"/>
                <a:ext cx="4623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97CD39-816C-622D-871D-ACC107D76CC6}"/>
                  </a:ext>
                </a:extLst>
              </p:cNvPr>
              <p:cNvSpPr txBox="1"/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97CD39-816C-622D-871D-ACC107D76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DC7100-C0C8-9C91-DB77-F82AB70877C3}"/>
                  </a:ext>
                </a:extLst>
              </p:cNvPr>
              <p:cNvSpPr txBox="1"/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DC7100-C0C8-9C91-DB77-F82AB7087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805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03D6-F39A-D7BD-B78C-DC5C91B7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98AED86-C038-E0FD-F21A-709B53C492B5}"/>
              </a:ext>
            </a:extLst>
          </p:cNvPr>
          <p:cNvCxnSpPr/>
          <p:nvPr/>
        </p:nvCxnSpPr>
        <p:spPr>
          <a:xfrm>
            <a:off x="4316361" y="4336026"/>
            <a:ext cx="3293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4AEB3A-0C5D-7B30-9CC1-B0576CB1ED8F}"/>
              </a:ext>
            </a:extLst>
          </p:cNvPr>
          <p:cNvCxnSpPr>
            <a:cxnSpLocks/>
          </p:cNvCxnSpPr>
          <p:nvPr/>
        </p:nvCxnSpPr>
        <p:spPr>
          <a:xfrm flipV="1">
            <a:off x="4316361" y="3229896"/>
            <a:ext cx="2689123" cy="1106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CFE59B-F6D4-5A0C-810A-A48C5221078F}"/>
                  </a:ext>
                </a:extLst>
              </p:cNvPr>
              <p:cNvSpPr txBox="1"/>
              <p:nvPr/>
            </p:nvSpPr>
            <p:spPr>
              <a:xfrm>
                <a:off x="6445045" y="2860563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CFE59B-F6D4-5A0C-810A-A48C52210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45" y="2860563"/>
                <a:ext cx="4623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3E08C1-D9CC-B988-8137-CEB0BC788F4A}"/>
                  </a:ext>
                </a:extLst>
              </p:cNvPr>
              <p:cNvSpPr txBox="1"/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3E08C1-D9CC-B988-8137-CEB0BC788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51C0ED3-624F-BC80-277D-005337BC1A86}"/>
              </a:ext>
            </a:extLst>
          </p:cNvPr>
          <p:cNvCxnSpPr>
            <a:cxnSpLocks/>
          </p:cNvCxnSpPr>
          <p:nvPr/>
        </p:nvCxnSpPr>
        <p:spPr>
          <a:xfrm flipV="1">
            <a:off x="4316361" y="2099186"/>
            <a:ext cx="1361768" cy="223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6EE5F5-9328-EB78-252D-23BAA4FBB942}"/>
                  </a:ext>
                </a:extLst>
              </p:cNvPr>
              <p:cNvSpPr txBox="1"/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6EE5F5-9328-EB78-252D-23BAA4FBB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1A3E18-34A8-3158-E7AD-6A11038EDA23}"/>
                  </a:ext>
                </a:extLst>
              </p:cNvPr>
              <p:cNvSpPr txBox="1"/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1A3E18-34A8-3158-E7AD-6A11038ED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121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51D1-7012-2994-A87D-481AE346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024B5497-6D9B-32AF-7BAE-DE8FA670E1E9}"/>
              </a:ext>
            </a:extLst>
          </p:cNvPr>
          <p:cNvSpPr/>
          <p:nvPr/>
        </p:nvSpPr>
        <p:spPr>
          <a:xfrm>
            <a:off x="2874111" y="2974263"/>
            <a:ext cx="7604174" cy="1731095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6B48B1-14C6-577B-6C96-54C58212BA83}"/>
              </a:ext>
            </a:extLst>
          </p:cNvPr>
          <p:cNvCxnSpPr/>
          <p:nvPr/>
        </p:nvCxnSpPr>
        <p:spPr>
          <a:xfrm>
            <a:off x="4316361" y="4336026"/>
            <a:ext cx="3293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E9499D-122C-F241-D3C0-006A844DF385}"/>
              </a:ext>
            </a:extLst>
          </p:cNvPr>
          <p:cNvCxnSpPr>
            <a:cxnSpLocks/>
          </p:cNvCxnSpPr>
          <p:nvPr/>
        </p:nvCxnSpPr>
        <p:spPr>
          <a:xfrm flipV="1">
            <a:off x="4316361" y="3229896"/>
            <a:ext cx="2689123" cy="1106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6BCBD1-DF00-47DD-75B0-DA2358067543}"/>
                  </a:ext>
                </a:extLst>
              </p:cNvPr>
              <p:cNvSpPr txBox="1"/>
              <p:nvPr/>
            </p:nvSpPr>
            <p:spPr>
              <a:xfrm>
                <a:off x="6445045" y="2978864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6BCBD1-DF00-47DD-75B0-DA2358067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45" y="2978864"/>
                <a:ext cx="4623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889D1F-EC80-F2D2-EE3D-AFFA47194547}"/>
                  </a:ext>
                </a:extLst>
              </p:cNvPr>
              <p:cNvSpPr txBox="1"/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889D1F-EC80-F2D2-EE3D-AFFA47194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008F20D-533C-141C-948B-FF0E5F2EB130}"/>
              </a:ext>
            </a:extLst>
          </p:cNvPr>
          <p:cNvCxnSpPr>
            <a:cxnSpLocks/>
          </p:cNvCxnSpPr>
          <p:nvPr/>
        </p:nvCxnSpPr>
        <p:spPr>
          <a:xfrm flipV="1">
            <a:off x="4316361" y="2099186"/>
            <a:ext cx="1361768" cy="223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E97579-A19C-90AF-A3D3-1140B4023663}"/>
                  </a:ext>
                </a:extLst>
              </p:cNvPr>
              <p:cNvSpPr txBox="1"/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E97579-A19C-90AF-A3D3-1140B4023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940D374-239A-56E5-0AFB-456AA9F5D6B0}"/>
                  </a:ext>
                </a:extLst>
              </p:cNvPr>
              <p:cNvSpPr txBox="1"/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940D374-239A-56E5-0AFB-456AA9F5D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D364E7-4BF9-3BFB-6806-B3EC8C012994}"/>
                  </a:ext>
                </a:extLst>
              </p:cNvPr>
              <p:cNvSpPr txBox="1"/>
              <p:nvPr/>
            </p:nvSpPr>
            <p:spPr>
              <a:xfrm>
                <a:off x="8474899" y="3045230"/>
                <a:ext cx="1537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Span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D364E7-4BF9-3BFB-6806-B3EC8C012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899" y="3045230"/>
                <a:ext cx="1537152" cy="369332"/>
              </a:xfrm>
              <a:prstGeom prst="rect">
                <a:avLst/>
              </a:prstGeom>
              <a:blipFill>
                <a:blip r:embed="rId6"/>
                <a:stretch>
                  <a:fillRect l="-3175" t="-8333" b="-28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78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BC28-7B60-E3C2-8170-36A18C52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976E5AF8-BC10-3954-9E89-55A8CAD10B44}"/>
              </a:ext>
            </a:extLst>
          </p:cNvPr>
          <p:cNvSpPr/>
          <p:nvPr/>
        </p:nvSpPr>
        <p:spPr>
          <a:xfrm>
            <a:off x="2874111" y="2974263"/>
            <a:ext cx="7604174" cy="1731095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D86553-232A-DBE9-7C26-3CE9B1A5D6C3}"/>
              </a:ext>
            </a:extLst>
          </p:cNvPr>
          <p:cNvCxnSpPr/>
          <p:nvPr/>
        </p:nvCxnSpPr>
        <p:spPr>
          <a:xfrm>
            <a:off x="4316361" y="4336026"/>
            <a:ext cx="3293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EE8774-0AA5-41BD-578A-752A53869ACD}"/>
              </a:ext>
            </a:extLst>
          </p:cNvPr>
          <p:cNvCxnSpPr>
            <a:cxnSpLocks/>
          </p:cNvCxnSpPr>
          <p:nvPr/>
        </p:nvCxnSpPr>
        <p:spPr>
          <a:xfrm flipV="1">
            <a:off x="4316361" y="3229896"/>
            <a:ext cx="2689123" cy="1106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2A8491-83EC-881C-CFFD-FEC708AF16A9}"/>
                  </a:ext>
                </a:extLst>
              </p:cNvPr>
              <p:cNvSpPr txBox="1"/>
              <p:nvPr/>
            </p:nvSpPr>
            <p:spPr>
              <a:xfrm>
                <a:off x="6445045" y="2978864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2A8491-83EC-881C-CFFD-FEC708AF1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45" y="2978864"/>
                <a:ext cx="4623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9DDA94-29DF-1890-8286-0CB4B462C597}"/>
                  </a:ext>
                </a:extLst>
              </p:cNvPr>
              <p:cNvSpPr txBox="1"/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9DDA94-29DF-1890-8286-0CB4B462C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7F6A81D-925A-C9D6-0DAC-0F4383B8FB4B}"/>
              </a:ext>
            </a:extLst>
          </p:cNvPr>
          <p:cNvCxnSpPr>
            <a:cxnSpLocks/>
          </p:cNvCxnSpPr>
          <p:nvPr/>
        </p:nvCxnSpPr>
        <p:spPr>
          <a:xfrm flipV="1">
            <a:off x="4316361" y="2099186"/>
            <a:ext cx="1361768" cy="223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F88785-7FF1-1E22-F177-27723BBE2BFD}"/>
                  </a:ext>
                </a:extLst>
              </p:cNvPr>
              <p:cNvSpPr txBox="1"/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F88785-7FF1-1E22-F177-27723BBE2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2D0E52-8B52-AC47-B049-E28E41F1C001}"/>
                  </a:ext>
                </a:extLst>
              </p:cNvPr>
              <p:cNvSpPr txBox="1"/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2D0E52-8B52-AC47-B049-E28E41F1C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A529A92-8262-390C-A452-5F0957E4F583}"/>
                  </a:ext>
                </a:extLst>
              </p:cNvPr>
              <p:cNvSpPr txBox="1"/>
              <p:nvPr/>
            </p:nvSpPr>
            <p:spPr>
              <a:xfrm>
                <a:off x="8474899" y="3045230"/>
                <a:ext cx="1537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Span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A529A92-8262-390C-A452-5F0957E4F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899" y="3045230"/>
                <a:ext cx="1537152" cy="369332"/>
              </a:xfrm>
              <a:prstGeom prst="rect">
                <a:avLst/>
              </a:prstGeom>
              <a:blipFill>
                <a:blip r:embed="rId6"/>
                <a:stretch>
                  <a:fillRect l="-3175" t="-8333" b="-28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01BA1E-A6A6-B2DF-A66D-7CF7577D9715}"/>
              </a:ext>
            </a:extLst>
          </p:cNvPr>
          <p:cNvCxnSpPr>
            <a:cxnSpLocks/>
          </p:cNvCxnSpPr>
          <p:nvPr/>
        </p:nvCxnSpPr>
        <p:spPr>
          <a:xfrm>
            <a:off x="5660922" y="2216858"/>
            <a:ext cx="0" cy="185369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51C837-2706-BA5F-225E-4977E3EE6D2B}"/>
              </a:ext>
            </a:extLst>
          </p:cNvPr>
          <p:cNvSpPr txBox="1"/>
          <p:nvPr/>
        </p:nvSpPr>
        <p:spPr>
          <a:xfrm>
            <a:off x="5643716" y="3809533"/>
            <a:ext cx="286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Closest linear combination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422274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AF93A-D0D3-7C1F-4D6B-092C7151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C1B93B7C-87F6-B41B-958E-132054FE5CAB}"/>
              </a:ext>
            </a:extLst>
          </p:cNvPr>
          <p:cNvSpPr/>
          <p:nvPr/>
        </p:nvSpPr>
        <p:spPr>
          <a:xfrm>
            <a:off x="2874111" y="2974263"/>
            <a:ext cx="7604174" cy="1731095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ED33DA2-0E1D-A0A0-6984-FAA97A183BE6}"/>
              </a:ext>
            </a:extLst>
          </p:cNvPr>
          <p:cNvCxnSpPr/>
          <p:nvPr/>
        </p:nvCxnSpPr>
        <p:spPr>
          <a:xfrm>
            <a:off x="4316361" y="4336026"/>
            <a:ext cx="3293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5E8B90-E798-D04C-B81B-3C6DA91387E5}"/>
              </a:ext>
            </a:extLst>
          </p:cNvPr>
          <p:cNvCxnSpPr>
            <a:cxnSpLocks/>
          </p:cNvCxnSpPr>
          <p:nvPr/>
        </p:nvCxnSpPr>
        <p:spPr>
          <a:xfrm flipV="1">
            <a:off x="4316361" y="3229896"/>
            <a:ext cx="2689123" cy="1106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41B18C-27BE-11F5-BEF4-9965A43C499C}"/>
                  </a:ext>
                </a:extLst>
              </p:cNvPr>
              <p:cNvSpPr txBox="1"/>
              <p:nvPr/>
            </p:nvSpPr>
            <p:spPr>
              <a:xfrm>
                <a:off x="6445045" y="2978864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41B18C-27BE-11F5-BEF4-9965A43C4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45" y="2978864"/>
                <a:ext cx="4623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D15F6C-2F4C-0A6E-477D-329642EE74D9}"/>
                  </a:ext>
                </a:extLst>
              </p:cNvPr>
              <p:cNvSpPr txBox="1"/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D15F6C-2F4C-0A6E-477D-329642EE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39EC138-5F32-CC96-2D3A-78426F3847FB}"/>
              </a:ext>
            </a:extLst>
          </p:cNvPr>
          <p:cNvCxnSpPr>
            <a:cxnSpLocks/>
          </p:cNvCxnSpPr>
          <p:nvPr/>
        </p:nvCxnSpPr>
        <p:spPr>
          <a:xfrm flipV="1">
            <a:off x="4316361" y="2099186"/>
            <a:ext cx="1361768" cy="223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E4682C-5C1D-7F04-C9E5-FEA71794DE94}"/>
                  </a:ext>
                </a:extLst>
              </p:cNvPr>
              <p:cNvSpPr txBox="1"/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E4682C-5C1D-7F04-C9E5-FEA71794D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2113DF-0529-CE40-9868-A0C53B931262}"/>
                  </a:ext>
                </a:extLst>
              </p:cNvPr>
              <p:cNvSpPr txBox="1"/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2113DF-0529-CE40-9868-A0C53B931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9ED9B8-278E-2E06-70D1-F926E97CC0BD}"/>
                  </a:ext>
                </a:extLst>
              </p:cNvPr>
              <p:cNvSpPr txBox="1"/>
              <p:nvPr/>
            </p:nvSpPr>
            <p:spPr>
              <a:xfrm>
                <a:off x="8474899" y="3045230"/>
                <a:ext cx="1537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Span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9ED9B8-278E-2E06-70D1-F926E97CC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899" y="3045230"/>
                <a:ext cx="1537152" cy="369332"/>
              </a:xfrm>
              <a:prstGeom prst="rect">
                <a:avLst/>
              </a:prstGeom>
              <a:blipFill>
                <a:blip r:embed="rId6"/>
                <a:stretch>
                  <a:fillRect l="-3175" t="-8333" b="-28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9D6CA0-E2C3-FC30-1504-D5309296C79E}"/>
              </a:ext>
            </a:extLst>
          </p:cNvPr>
          <p:cNvCxnSpPr>
            <a:cxnSpLocks/>
          </p:cNvCxnSpPr>
          <p:nvPr/>
        </p:nvCxnSpPr>
        <p:spPr>
          <a:xfrm>
            <a:off x="5660922" y="2216858"/>
            <a:ext cx="0" cy="185369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63CC2C-B4DA-E0D6-0F78-423B6185DD2E}"/>
              </a:ext>
            </a:extLst>
          </p:cNvPr>
          <p:cNvCxnSpPr>
            <a:cxnSpLocks/>
          </p:cNvCxnSpPr>
          <p:nvPr/>
        </p:nvCxnSpPr>
        <p:spPr>
          <a:xfrm flipV="1">
            <a:off x="4316361" y="4001729"/>
            <a:ext cx="1344561" cy="339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CDD0E0-C7E9-F40B-ABB6-E80D74407077}"/>
                  </a:ext>
                </a:extLst>
              </p:cNvPr>
              <p:cNvSpPr txBox="1"/>
              <p:nvPr/>
            </p:nvSpPr>
            <p:spPr>
              <a:xfrm>
                <a:off x="5482829" y="3986668"/>
                <a:ext cx="356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CDD0E0-C7E9-F40B-ABB6-E80D74407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829" y="3986668"/>
                <a:ext cx="356187" cy="369332"/>
              </a:xfrm>
              <a:prstGeom prst="rect">
                <a:avLst/>
              </a:prstGeom>
              <a:blipFill>
                <a:blip r:embed="rId7"/>
                <a:stretch>
                  <a:fillRect t="-6557" r="-13559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73579C1-0B7C-C164-0C24-6CD7A6646924}"/>
              </a:ext>
            </a:extLst>
          </p:cNvPr>
          <p:cNvSpPr txBox="1"/>
          <p:nvPr/>
        </p:nvSpPr>
        <p:spPr>
          <a:xfrm>
            <a:off x="5643716" y="3809533"/>
            <a:ext cx="286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Closest linear combination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60908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F0B65-1F25-33A3-406B-9E4B0229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23359FAE-17B1-4D04-3833-588702CB4FC7}"/>
              </a:ext>
            </a:extLst>
          </p:cNvPr>
          <p:cNvSpPr/>
          <p:nvPr/>
        </p:nvSpPr>
        <p:spPr>
          <a:xfrm>
            <a:off x="2874111" y="2974263"/>
            <a:ext cx="7604174" cy="1731095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312DA2-EB34-6A63-0B7E-C56D625DC7C5}"/>
              </a:ext>
            </a:extLst>
          </p:cNvPr>
          <p:cNvCxnSpPr/>
          <p:nvPr/>
        </p:nvCxnSpPr>
        <p:spPr>
          <a:xfrm>
            <a:off x="4316361" y="4336026"/>
            <a:ext cx="3293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24B5B7-A723-767F-A741-A12F8FD33B91}"/>
              </a:ext>
            </a:extLst>
          </p:cNvPr>
          <p:cNvCxnSpPr>
            <a:cxnSpLocks/>
          </p:cNvCxnSpPr>
          <p:nvPr/>
        </p:nvCxnSpPr>
        <p:spPr>
          <a:xfrm flipV="1">
            <a:off x="4316361" y="3229896"/>
            <a:ext cx="2689123" cy="1106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02BF02-3A22-058D-DB49-9B264781A0AB}"/>
                  </a:ext>
                </a:extLst>
              </p:cNvPr>
              <p:cNvSpPr txBox="1"/>
              <p:nvPr/>
            </p:nvSpPr>
            <p:spPr>
              <a:xfrm>
                <a:off x="6445045" y="2978864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02BF02-3A22-058D-DB49-9B264781A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45" y="2978864"/>
                <a:ext cx="4623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7A5E52-9BB3-9A3A-FD22-38BE7E52A867}"/>
                  </a:ext>
                </a:extLst>
              </p:cNvPr>
              <p:cNvSpPr txBox="1"/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7A5E52-9BB3-9A3A-FD22-38BE7E52A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204" y="4336026"/>
                <a:ext cx="4676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DA3BBE0-711C-83A9-BDCF-32D72A91BC03}"/>
              </a:ext>
            </a:extLst>
          </p:cNvPr>
          <p:cNvCxnSpPr>
            <a:cxnSpLocks/>
          </p:cNvCxnSpPr>
          <p:nvPr/>
        </p:nvCxnSpPr>
        <p:spPr>
          <a:xfrm flipV="1">
            <a:off x="4316361" y="2099186"/>
            <a:ext cx="1361768" cy="223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51AF2C-02D6-0E55-9510-DBCE673AB40F}"/>
                  </a:ext>
                </a:extLst>
              </p:cNvPr>
              <p:cNvSpPr txBox="1"/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51AF2C-02D6-0E55-9510-DBCE673A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911" y="1729853"/>
                <a:ext cx="369011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632611-8E36-99A7-80EE-A14E57F10C4B}"/>
                  </a:ext>
                </a:extLst>
              </p:cNvPr>
              <p:cNvSpPr txBox="1"/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632611-8E36-99A7-80EE-A14E57F10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2" y="4217725"/>
                <a:ext cx="3922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E1F892-090C-5541-15EF-370EEE6B5321}"/>
                  </a:ext>
                </a:extLst>
              </p:cNvPr>
              <p:cNvSpPr txBox="1"/>
              <p:nvPr/>
            </p:nvSpPr>
            <p:spPr>
              <a:xfrm>
                <a:off x="8474899" y="3045230"/>
                <a:ext cx="1537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Span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E1F892-090C-5541-15EF-370EEE6B5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899" y="3045230"/>
                <a:ext cx="1537152" cy="369332"/>
              </a:xfrm>
              <a:prstGeom prst="rect">
                <a:avLst/>
              </a:prstGeom>
              <a:blipFill>
                <a:blip r:embed="rId6"/>
                <a:stretch>
                  <a:fillRect l="-3175" t="-8333" b="-28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7331AD-CEA3-1935-E778-252C250C6BD9}"/>
              </a:ext>
            </a:extLst>
          </p:cNvPr>
          <p:cNvCxnSpPr>
            <a:cxnSpLocks/>
          </p:cNvCxnSpPr>
          <p:nvPr/>
        </p:nvCxnSpPr>
        <p:spPr>
          <a:xfrm>
            <a:off x="5660922" y="2216858"/>
            <a:ext cx="0" cy="185369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36F410-D1E3-D084-36CE-20DAC1DBF933}"/>
              </a:ext>
            </a:extLst>
          </p:cNvPr>
          <p:cNvCxnSpPr>
            <a:cxnSpLocks/>
          </p:cNvCxnSpPr>
          <p:nvPr/>
        </p:nvCxnSpPr>
        <p:spPr>
          <a:xfrm flipV="1">
            <a:off x="4316361" y="4001729"/>
            <a:ext cx="1344561" cy="339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3B3439-A07D-23F1-5FDA-C3EB54CC82B7}"/>
                  </a:ext>
                </a:extLst>
              </p:cNvPr>
              <p:cNvSpPr txBox="1"/>
              <p:nvPr/>
            </p:nvSpPr>
            <p:spPr>
              <a:xfrm>
                <a:off x="5482829" y="3986668"/>
                <a:ext cx="356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3B3439-A07D-23F1-5FDA-C3EB54CC8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829" y="3986668"/>
                <a:ext cx="356187" cy="369332"/>
              </a:xfrm>
              <a:prstGeom prst="rect">
                <a:avLst/>
              </a:prstGeom>
              <a:blipFill>
                <a:blip r:embed="rId7"/>
                <a:stretch>
                  <a:fillRect t="-6557" r="-13559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058B79-E17A-E340-C86C-7D0C31CDDF3B}"/>
              </a:ext>
            </a:extLst>
          </p:cNvPr>
          <p:cNvCxnSpPr>
            <a:cxnSpLocks/>
          </p:cNvCxnSpPr>
          <p:nvPr/>
        </p:nvCxnSpPr>
        <p:spPr>
          <a:xfrm flipV="1">
            <a:off x="5660922" y="3126034"/>
            <a:ext cx="0" cy="302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647226-166D-FFA8-CB76-BDECEC4799D9}"/>
                  </a:ext>
                </a:extLst>
              </p:cNvPr>
              <p:cNvSpPr txBox="1"/>
              <p:nvPr/>
            </p:nvSpPr>
            <p:spPr>
              <a:xfrm>
                <a:off x="5320339" y="3123421"/>
                <a:ext cx="357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647226-166D-FFA8-CB76-BDECEC479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339" y="3123421"/>
                <a:ext cx="357790" cy="369332"/>
              </a:xfrm>
              <a:prstGeom prst="rect">
                <a:avLst/>
              </a:prstGeom>
              <a:blipFill>
                <a:blip r:embed="rId8"/>
                <a:stretch>
                  <a:fillRect t="-6557" r="-137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25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 Xi Peh</dc:creator>
  <cp:lastModifiedBy>Yan Xi Peh</cp:lastModifiedBy>
  <cp:revision>1</cp:revision>
  <dcterms:created xsi:type="dcterms:W3CDTF">2026-09-16T09:13:46Z</dcterms:created>
  <dcterms:modified xsi:type="dcterms:W3CDTF">2026-09-16T09:13:59Z</dcterms:modified>
</cp:coreProperties>
</file>