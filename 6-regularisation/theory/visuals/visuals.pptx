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8" r:id="rId3"/>
    <p:sldId id="269" r:id="rId4"/>
    <p:sldId id="274" r:id="rId5"/>
    <p:sldId id="275" r:id="rId6"/>
    <p:sldId id="272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14454-A5BF-1E4A-DA2B-7E3C5B8611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7B94DA-3693-A346-1E39-34BB44E01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A4B8F-1868-248C-CB02-50AC99C66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48821-5504-4E35-A4B6-F193CFA98580}" type="datetimeFigureOut">
              <a:rPr lang="en-SG" smtClean="0"/>
              <a:t>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70EE3-7582-F6D8-FA97-49A541EE9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8CB8A-1D14-991D-D7C9-DF5F4D13E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5321C-FF4A-4B5F-95DC-1C6755FAA44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70251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9581F-7166-C147-6018-AC9A8ED53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6CA68-8C8D-49E7-5158-C3BBC9F09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F126C-2DA1-9C3B-CABD-15CC42B0C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48821-5504-4E35-A4B6-F193CFA98580}" type="datetimeFigureOut">
              <a:rPr lang="en-SG" smtClean="0"/>
              <a:t>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0716C-DC8E-95F6-978A-AD9AB0469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7DB75-DE63-CF21-0695-7655F369C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5321C-FF4A-4B5F-95DC-1C6755FAA44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86472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74CB0-D817-E699-809F-3084BCEA2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EBFD4-C2D7-76D1-3462-596251522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B0D3D-238B-D833-88FF-424935973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48821-5504-4E35-A4B6-F193CFA98580}" type="datetimeFigureOut">
              <a:rPr lang="en-SG" smtClean="0"/>
              <a:t>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10F35-0401-3C70-1BAD-862DD1E65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B47AC-F5C1-AF67-CC18-66C26169A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5321C-FF4A-4B5F-95DC-1C6755FAA44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11012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A479C-BF0A-CDD2-3BBB-1B3150513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A42EF-B0BC-444E-77AF-7040166E9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23B7A-4A1E-5BB6-5138-447619C894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E580D-0F23-41EA-6FF8-ABD958B6B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48821-5504-4E35-A4B6-F193CFA98580}" type="datetimeFigureOut">
              <a:rPr lang="en-SG" smtClean="0"/>
              <a:t>2/10/2026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D0E1C-30DB-C8C3-7E68-4A9EE88D8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FA785-035F-3EA5-99DE-9FD9D1973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5321C-FF4A-4B5F-95DC-1C6755FAA44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8252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E05D-A9D6-29CF-DE1E-75C7A7441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D0362-EDEA-1282-B1F7-F63A4709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4494A-2196-2D1B-5110-E72794CD6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6DEAFE-91DA-1F9E-E7ED-2F24C5365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D00903-D0EE-FC04-6739-4424CB8C8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78FDA6-74E3-7CBD-5A1B-6156B3897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48821-5504-4E35-A4B6-F193CFA98580}" type="datetimeFigureOut">
              <a:rPr lang="en-SG" smtClean="0"/>
              <a:t>2/10/2026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33DD95-2A16-F36B-6E39-4FD6E92E2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F160DF-A050-0ADE-BCB6-763BD1B19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5321C-FF4A-4B5F-95DC-1C6755FAA44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7635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D2DF-F10D-C24A-111E-21B3DA6A1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138306-8654-D303-7C24-769E5E55B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48821-5504-4E35-A4B6-F193CFA98580}" type="datetimeFigureOut">
              <a:rPr lang="en-SG" smtClean="0"/>
              <a:t>2/10/2026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9D2F0-49E6-8D5C-834A-1289E3F6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13A7C-B6D7-E524-5A9C-AC4A87895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5321C-FF4A-4B5F-95DC-1C6755FAA44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972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838A23-F7CB-F4D4-F5FE-32539B4F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48821-5504-4E35-A4B6-F193CFA98580}" type="datetimeFigureOut">
              <a:rPr lang="en-SG" smtClean="0"/>
              <a:t>2/10/2026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F10E2-720B-5742-1BB3-C6AAC6627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D80ED-F152-DC21-B5AC-6CE5192D6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5321C-FF4A-4B5F-95DC-1C6755FAA44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54753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52EA-CEB4-E411-4F35-ADF779526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45F59-2483-4D39-0F76-594A7536D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11C8D-7F51-653D-A5C0-9141E0D3AE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61BAD-E28B-EE46-7701-031B6AA43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48821-5504-4E35-A4B6-F193CFA98580}" type="datetimeFigureOut">
              <a:rPr lang="en-SG" smtClean="0"/>
              <a:t>2/10/2026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A54D7-3D4E-D1A4-A36C-5FE718247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6EA9C-6D7E-7F1F-1B19-9A7E71BD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5321C-FF4A-4B5F-95DC-1C6755FAA44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57689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63996-156F-D003-071F-B53A2E438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C8DA9-A913-A60A-1610-615B5207E06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3CD7EF-DC24-8929-3BBE-8286A70A0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7BDDD-5EEF-F34E-5847-3CE075F8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48821-5504-4E35-A4B6-F193CFA98580}" type="datetimeFigureOut">
              <a:rPr lang="en-SG" smtClean="0"/>
              <a:t>2/10/2026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B3639-B3AC-B7FE-B778-1C73BCF01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5EC44-C4C6-55DF-59F1-27BBC002A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5321C-FF4A-4B5F-95DC-1C6755FAA44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24048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E87E3-4DBC-3C12-2820-4008D5441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2E216-E5AB-709B-D979-CEC14045F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A8E62-347A-CCD8-2670-40CA24C9D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48821-5504-4E35-A4B6-F193CFA98580}" type="datetimeFigureOut">
              <a:rPr lang="en-SG" smtClean="0"/>
              <a:t>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2FE10-1B43-7C41-A5B4-9B6BC266F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B7C2B-819C-46AC-A97B-63CBE2D83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5321C-FF4A-4B5F-95DC-1C6755FAA44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474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31D0E8-7F67-5501-E99B-D2A632280D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F152A4-7C1D-A9C6-36A1-64A5852B09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AD7E0-A466-D4AE-5FA2-66CE65855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48821-5504-4E35-A4B6-F193CFA98580}" type="datetimeFigureOut">
              <a:rPr lang="en-SG" smtClean="0"/>
              <a:t>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84D7B-968E-BE94-73C6-C740B51D6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11687-C583-612C-91A4-7352958CC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5321C-FF4A-4B5F-95DC-1C6755FAA44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9708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943378-6234-169F-1AF1-259631C3C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5F3AB-A3B2-4DCF-DBAB-B55F0D8C5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F07DA-2C8E-C211-8DAA-9BB41BE18E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48821-5504-4E35-A4B6-F193CFA98580}" type="datetimeFigureOut">
              <a:rPr lang="en-SG" smtClean="0"/>
              <a:t>2/10/2026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E13FB-0417-2A63-F187-AC6FD4721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D587A-DB05-C9D7-395D-EAAA776D3B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5321C-FF4A-4B5F-95DC-1C6755FAA44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37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13B78-0790-6A56-F6D1-3628BA2C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DBEBB300-BF9F-2C73-628B-92097F65B195}"/>
              </a:ext>
            </a:extLst>
          </p:cNvPr>
          <p:cNvSpPr/>
          <p:nvPr/>
        </p:nvSpPr>
        <p:spPr>
          <a:xfrm>
            <a:off x="1040822" y="2587336"/>
            <a:ext cx="7126432" cy="2462645"/>
          </a:xfrm>
          <a:prstGeom prst="parallelogram">
            <a:avLst>
              <a:gd name="adj" fmla="val 77525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1C508C5-EE3B-CD77-8192-DB6DB0F51D80}"/>
              </a:ext>
            </a:extLst>
          </p:cNvPr>
          <p:cNvCxnSpPr>
            <a:cxnSpLocks/>
          </p:cNvCxnSpPr>
          <p:nvPr/>
        </p:nvCxnSpPr>
        <p:spPr>
          <a:xfrm flipV="1">
            <a:off x="2514600" y="2781938"/>
            <a:ext cx="1103150" cy="1665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A233AE-2D21-777D-75A9-DF3EE5CDDD74}"/>
              </a:ext>
            </a:extLst>
          </p:cNvPr>
          <p:cNvCxnSpPr>
            <a:cxnSpLocks/>
          </p:cNvCxnSpPr>
          <p:nvPr/>
        </p:nvCxnSpPr>
        <p:spPr>
          <a:xfrm>
            <a:off x="2514600" y="4447309"/>
            <a:ext cx="25804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5145D91-3DB9-E03E-D4E2-28784C9C41B2}"/>
              </a:ext>
            </a:extLst>
          </p:cNvPr>
          <p:cNvCxnSpPr>
            <a:cxnSpLocks/>
          </p:cNvCxnSpPr>
          <p:nvPr/>
        </p:nvCxnSpPr>
        <p:spPr>
          <a:xfrm flipV="1">
            <a:off x="2524057" y="3054927"/>
            <a:ext cx="1840125" cy="1392382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4243BF-6FDE-17E7-9463-5FDA2FFDA48C}"/>
              </a:ext>
            </a:extLst>
          </p:cNvPr>
          <p:cNvCxnSpPr>
            <a:cxnSpLocks/>
          </p:cNvCxnSpPr>
          <p:nvPr/>
        </p:nvCxnSpPr>
        <p:spPr>
          <a:xfrm flipV="1">
            <a:off x="4364182" y="3054927"/>
            <a:ext cx="0" cy="966354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ACF2F8C-D373-21B1-BCA4-A0D3E82AA59A}"/>
                  </a:ext>
                </a:extLst>
              </p:cNvPr>
              <p:cNvSpPr txBox="1"/>
              <p:nvPr/>
            </p:nvSpPr>
            <p:spPr>
              <a:xfrm>
                <a:off x="3173097" y="2533287"/>
                <a:ext cx="467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ACF2F8C-D373-21B1-BCA4-A0D3E82AA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097" y="2533287"/>
                <a:ext cx="46762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D61D42-B024-0B9D-AB38-49335F870748}"/>
                  </a:ext>
                </a:extLst>
              </p:cNvPr>
              <p:cNvSpPr txBox="1"/>
              <p:nvPr/>
            </p:nvSpPr>
            <p:spPr>
              <a:xfrm>
                <a:off x="5110614" y="4234295"/>
                <a:ext cx="462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D61D42-B024-0B9D-AB38-49335F870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614" y="4234295"/>
                <a:ext cx="4623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DC6A0E3-36E2-9315-0EE6-2FE55CA35432}"/>
                  </a:ext>
                </a:extLst>
              </p:cNvPr>
              <p:cNvSpPr txBox="1"/>
              <p:nvPr/>
            </p:nvSpPr>
            <p:spPr>
              <a:xfrm>
                <a:off x="4258926" y="2694939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DC6A0E3-36E2-9315-0EE6-2FE55CA35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926" y="2694939"/>
                <a:ext cx="369012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9684E5C-7A09-0AF8-4251-A9C50465DA4B}"/>
                  </a:ext>
                </a:extLst>
              </p:cNvPr>
              <p:cNvSpPr txBox="1"/>
              <p:nvPr/>
            </p:nvSpPr>
            <p:spPr>
              <a:xfrm>
                <a:off x="4341929" y="3809591"/>
                <a:ext cx="5497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SG" b="0" i="0" smtClean="0">
                              <a:latin typeface="Cambria Math" panose="02040503050406030204" pitchFamily="18" charset="0"/>
                            </a:rPr>
                            <m:t>LS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9684E5C-7A09-0AF8-4251-A9C50465D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929" y="3809591"/>
                <a:ext cx="549766" cy="369332"/>
              </a:xfrm>
              <a:prstGeom prst="rect">
                <a:avLst/>
              </a:prstGeom>
              <a:blipFill>
                <a:blip r:embed="rId5"/>
                <a:stretch>
                  <a:fillRect t="-6557" r="-10000" b="-49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6E903F-653A-1E43-4C0A-CCAC6E2B765B}"/>
                  </a:ext>
                </a:extLst>
              </p:cNvPr>
              <p:cNvSpPr txBox="1"/>
              <p:nvPr/>
            </p:nvSpPr>
            <p:spPr>
              <a:xfrm>
                <a:off x="3298243" y="3370210"/>
                <a:ext cx="341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b="1" i="0" smtClean="0">
                          <a:latin typeface="Cambria Math" panose="02040503050406030204" pitchFamily="18" charset="0"/>
                        </a:rPr>
                        <m:t>𝐫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6E903F-653A-1E43-4C0A-CCAC6E2B7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243" y="3370210"/>
                <a:ext cx="34176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113F17-8616-3549-5763-1446B31D09A2}"/>
                  </a:ext>
                </a:extLst>
              </p:cNvPr>
              <p:cNvSpPr txBox="1"/>
              <p:nvPr/>
            </p:nvSpPr>
            <p:spPr>
              <a:xfrm>
                <a:off x="2339550" y="4414951"/>
                <a:ext cx="369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3113F17-8616-3549-5763-1446B31D0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550" y="4414951"/>
                <a:ext cx="369011" cy="369332"/>
              </a:xfrm>
              <a:prstGeom prst="rect">
                <a:avLst/>
              </a:prstGeom>
              <a:blipFill>
                <a:blip r:embed="rId7"/>
                <a:stretch>
                  <a:fillRect t="-6557" r="-15000"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1206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F0F44-6522-A42E-1CC7-2BC978C2C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9BF12347-0CE9-091D-08EE-95DFF428741D}"/>
              </a:ext>
            </a:extLst>
          </p:cNvPr>
          <p:cNvSpPr/>
          <p:nvPr/>
        </p:nvSpPr>
        <p:spPr>
          <a:xfrm>
            <a:off x="1040822" y="2587336"/>
            <a:ext cx="7126432" cy="2462645"/>
          </a:xfrm>
          <a:prstGeom prst="parallelogram">
            <a:avLst>
              <a:gd name="adj" fmla="val 77525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BD76240-F968-D40E-0456-A3C6F890FA08}"/>
              </a:ext>
            </a:extLst>
          </p:cNvPr>
          <p:cNvCxnSpPr>
            <a:cxnSpLocks/>
          </p:cNvCxnSpPr>
          <p:nvPr/>
        </p:nvCxnSpPr>
        <p:spPr>
          <a:xfrm flipV="1">
            <a:off x="2514600" y="2781938"/>
            <a:ext cx="1103150" cy="1665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8A19F46-FCDA-B028-4B14-FC186F2EA432}"/>
              </a:ext>
            </a:extLst>
          </p:cNvPr>
          <p:cNvCxnSpPr>
            <a:cxnSpLocks/>
          </p:cNvCxnSpPr>
          <p:nvPr/>
        </p:nvCxnSpPr>
        <p:spPr>
          <a:xfrm>
            <a:off x="2514600" y="4447309"/>
            <a:ext cx="25804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B4F00E-FED2-3FF3-4062-E6C4CCFFAE29}"/>
              </a:ext>
            </a:extLst>
          </p:cNvPr>
          <p:cNvCxnSpPr>
            <a:cxnSpLocks/>
          </p:cNvCxnSpPr>
          <p:nvPr/>
        </p:nvCxnSpPr>
        <p:spPr>
          <a:xfrm flipV="1">
            <a:off x="3002973" y="3054927"/>
            <a:ext cx="1361209" cy="1392382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E851368-78ED-C208-8E44-1E8ADCDC4EBE}"/>
              </a:ext>
            </a:extLst>
          </p:cNvPr>
          <p:cNvCxnSpPr>
            <a:cxnSpLocks/>
          </p:cNvCxnSpPr>
          <p:nvPr/>
        </p:nvCxnSpPr>
        <p:spPr>
          <a:xfrm flipV="1">
            <a:off x="4364182" y="3054927"/>
            <a:ext cx="0" cy="966354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E3950FC-AE3B-C121-1C04-38A90985E14A}"/>
                  </a:ext>
                </a:extLst>
              </p:cNvPr>
              <p:cNvSpPr txBox="1"/>
              <p:nvPr/>
            </p:nvSpPr>
            <p:spPr>
              <a:xfrm>
                <a:off x="3173097" y="2533287"/>
                <a:ext cx="467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E3950FC-AE3B-C121-1C04-38A90985E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097" y="2533287"/>
                <a:ext cx="46762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F00356-82D9-02D7-FB7A-457F51B8193E}"/>
                  </a:ext>
                </a:extLst>
              </p:cNvPr>
              <p:cNvSpPr txBox="1"/>
              <p:nvPr/>
            </p:nvSpPr>
            <p:spPr>
              <a:xfrm>
                <a:off x="5110614" y="4234295"/>
                <a:ext cx="462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F00356-82D9-02D7-FB7A-457F51B819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614" y="4234295"/>
                <a:ext cx="4623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8B48639-391F-A3BC-CAFC-29A8A1948D1A}"/>
                  </a:ext>
                </a:extLst>
              </p:cNvPr>
              <p:cNvSpPr txBox="1"/>
              <p:nvPr/>
            </p:nvSpPr>
            <p:spPr>
              <a:xfrm>
                <a:off x="4258926" y="2694939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8B48639-391F-A3BC-CAFC-29A8A1948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926" y="2694939"/>
                <a:ext cx="369012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BBA2F2-6687-CC54-901C-21D493619B0D}"/>
                  </a:ext>
                </a:extLst>
              </p:cNvPr>
              <p:cNvSpPr txBox="1"/>
              <p:nvPr/>
            </p:nvSpPr>
            <p:spPr>
              <a:xfrm>
                <a:off x="2295661" y="4447309"/>
                <a:ext cx="4567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a:rPr lang="en-SG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4BBA2F2-6687-CC54-901C-21D493619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661" y="4447309"/>
                <a:ext cx="456792" cy="369332"/>
              </a:xfrm>
              <a:prstGeom prst="rect">
                <a:avLst/>
              </a:prstGeom>
              <a:blipFill>
                <a:blip r:embed="rId5"/>
                <a:stretch>
                  <a:fillRect t="-6667" r="-10667"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08A8E85-6372-5D9D-F00B-148F820BD813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2524057" y="4447309"/>
            <a:ext cx="478916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7750CA6-7690-722D-1B80-A4698C2AFD56}"/>
                  </a:ext>
                </a:extLst>
              </p:cNvPr>
              <p:cNvSpPr txBox="1"/>
              <p:nvPr/>
            </p:nvSpPr>
            <p:spPr>
              <a:xfrm>
                <a:off x="4341929" y="3809591"/>
                <a:ext cx="5497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SG" b="0" i="0" smtClean="0">
                              <a:latin typeface="Cambria Math" panose="02040503050406030204" pitchFamily="18" charset="0"/>
                            </a:rPr>
                            <m:t>LS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7750CA6-7690-722D-1B80-A4698C2AF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929" y="3809591"/>
                <a:ext cx="549766" cy="369332"/>
              </a:xfrm>
              <a:prstGeom prst="rect">
                <a:avLst/>
              </a:prstGeom>
              <a:blipFill>
                <a:blip r:embed="rId6"/>
                <a:stretch>
                  <a:fillRect t="-6557" r="-10000" b="-49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5B3179A-F863-E951-DDC7-968A69847DF5}"/>
                  </a:ext>
                </a:extLst>
              </p:cNvPr>
              <p:cNvSpPr txBox="1"/>
              <p:nvPr/>
            </p:nvSpPr>
            <p:spPr>
              <a:xfrm>
                <a:off x="2813355" y="4447309"/>
                <a:ext cx="369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5B3179A-F863-E951-DDC7-968A69847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355" y="4447309"/>
                <a:ext cx="369011" cy="369332"/>
              </a:xfrm>
              <a:prstGeom prst="rect">
                <a:avLst/>
              </a:prstGeom>
              <a:blipFill>
                <a:blip r:embed="rId7"/>
                <a:stretch>
                  <a:fillRect t="-6667" r="-15000"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160B284-3E8F-A7BB-1A39-933F4589B9D8}"/>
              </a:ext>
            </a:extLst>
          </p:cNvPr>
          <p:cNvCxnSpPr>
            <a:cxnSpLocks/>
          </p:cNvCxnSpPr>
          <p:nvPr/>
        </p:nvCxnSpPr>
        <p:spPr>
          <a:xfrm flipV="1">
            <a:off x="2997458" y="4082150"/>
            <a:ext cx="237170" cy="358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67798CD-A5D0-45DA-A45A-9CC9D690EE35}"/>
              </a:ext>
            </a:extLst>
          </p:cNvPr>
          <p:cNvCxnSpPr>
            <a:cxnSpLocks/>
          </p:cNvCxnSpPr>
          <p:nvPr/>
        </p:nvCxnSpPr>
        <p:spPr>
          <a:xfrm>
            <a:off x="2997458" y="4450715"/>
            <a:ext cx="2797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528667-E3BE-1E84-5030-CCADD4F5ACBF}"/>
                  </a:ext>
                </a:extLst>
              </p:cNvPr>
              <p:cNvSpPr txBox="1"/>
              <p:nvPr/>
            </p:nvSpPr>
            <p:spPr>
              <a:xfrm>
                <a:off x="3499071" y="3353438"/>
                <a:ext cx="341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b="1" i="0" smtClean="0">
                          <a:latin typeface="Cambria Math" panose="02040503050406030204" pitchFamily="18" charset="0"/>
                        </a:rPr>
                        <m:t>𝐫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528667-E3BE-1E84-5030-CCADD4F5A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071" y="3353438"/>
                <a:ext cx="34176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1212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B445D-EBEB-C079-0B4A-B040C93D0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D1F499B9-F2FB-5440-A539-48D8706324B2}"/>
              </a:ext>
            </a:extLst>
          </p:cNvPr>
          <p:cNvSpPr/>
          <p:nvPr/>
        </p:nvSpPr>
        <p:spPr>
          <a:xfrm>
            <a:off x="1040822" y="2587336"/>
            <a:ext cx="7126432" cy="2462645"/>
          </a:xfrm>
          <a:prstGeom prst="parallelogram">
            <a:avLst>
              <a:gd name="adj" fmla="val 77525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17A5B0-2129-0B90-2BBD-BD09979B5BAA}"/>
              </a:ext>
            </a:extLst>
          </p:cNvPr>
          <p:cNvCxnSpPr>
            <a:cxnSpLocks/>
          </p:cNvCxnSpPr>
          <p:nvPr/>
        </p:nvCxnSpPr>
        <p:spPr>
          <a:xfrm flipV="1">
            <a:off x="2514600" y="2781938"/>
            <a:ext cx="1103150" cy="1665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35138DD-091A-4DE9-29BB-BBEFB9B3B8D1}"/>
              </a:ext>
            </a:extLst>
          </p:cNvPr>
          <p:cNvCxnSpPr>
            <a:cxnSpLocks/>
          </p:cNvCxnSpPr>
          <p:nvPr/>
        </p:nvCxnSpPr>
        <p:spPr>
          <a:xfrm>
            <a:off x="2514600" y="4447309"/>
            <a:ext cx="25804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F87703-3BE3-162B-014F-0D375EA864F8}"/>
              </a:ext>
            </a:extLst>
          </p:cNvPr>
          <p:cNvCxnSpPr>
            <a:cxnSpLocks/>
          </p:cNvCxnSpPr>
          <p:nvPr/>
        </p:nvCxnSpPr>
        <p:spPr>
          <a:xfrm flipV="1">
            <a:off x="3436144" y="3054927"/>
            <a:ext cx="928038" cy="1392382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400DA09-B37B-1CAC-53FE-EC9B87BCC49B}"/>
              </a:ext>
            </a:extLst>
          </p:cNvPr>
          <p:cNvCxnSpPr>
            <a:cxnSpLocks/>
          </p:cNvCxnSpPr>
          <p:nvPr/>
        </p:nvCxnSpPr>
        <p:spPr>
          <a:xfrm flipV="1">
            <a:off x="4364182" y="3054927"/>
            <a:ext cx="0" cy="966354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D24CA8-D4BE-6D08-583F-C2B1611FB5AA}"/>
                  </a:ext>
                </a:extLst>
              </p:cNvPr>
              <p:cNvSpPr txBox="1"/>
              <p:nvPr/>
            </p:nvSpPr>
            <p:spPr>
              <a:xfrm>
                <a:off x="3173097" y="2533287"/>
                <a:ext cx="467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D24CA8-D4BE-6D08-583F-C2B1611FB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097" y="2533287"/>
                <a:ext cx="46762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2E29FA1-C699-E710-6047-35B6936F0334}"/>
                  </a:ext>
                </a:extLst>
              </p:cNvPr>
              <p:cNvSpPr txBox="1"/>
              <p:nvPr/>
            </p:nvSpPr>
            <p:spPr>
              <a:xfrm>
                <a:off x="5110614" y="4234295"/>
                <a:ext cx="462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2E29FA1-C699-E710-6047-35B6936F0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614" y="4234295"/>
                <a:ext cx="4623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023FF40-B69D-DEB7-B198-E0AA682B991B}"/>
                  </a:ext>
                </a:extLst>
              </p:cNvPr>
              <p:cNvSpPr txBox="1"/>
              <p:nvPr/>
            </p:nvSpPr>
            <p:spPr>
              <a:xfrm>
                <a:off x="4258926" y="2694939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023FF40-B69D-DEB7-B198-E0AA682B9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926" y="2694939"/>
                <a:ext cx="369012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B952F08-B5C9-AD9D-6B6A-EC296A8C3849}"/>
                  </a:ext>
                </a:extLst>
              </p:cNvPr>
              <p:cNvSpPr txBox="1"/>
              <p:nvPr/>
            </p:nvSpPr>
            <p:spPr>
              <a:xfrm>
                <a:off x="2295661" y="4447309"/>
                <a:ext cx="4567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a:rPr lang="en-SG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B952F08-B5C9-AD9D-6B6A-EC296A8C3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661" y="4447309"/>
                <a:ext cx="456792" cy="369332"/>
              </a:xfrm>
              <a:prstGeom prst="rect">
                <a:avLst/>
              </a:prstGeom>
              <a:blipFill>
                <a:blip r:embed="rId5"/>
                <a:stretch>
                  <a:fillRect t="-6667" r="-10667"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EB1180E-F767-91BC-25FB-0E007804D6DF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2524057" y="4447309"/>
            <a:ext cx="912087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F4AF6FC-B2A9-7D4C-B7CB-8D36DC70E65C}"/>
                  </a:ext>
                </a:extLst>
              </p:cNvPr>
              <p:cNvSpPr txBox="1"/>
              <p:nvPr/>
            </p:nvSpPr>
            <p:spPr>
              <a:xfrm>
                <a:off x="4341929" y="3809591"/>
                <a:ext cx="5497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SG" b="0" i="0" smtClean="0">
                              <a:latin typeface="Cambria Math" panose="02040503050406030204" pitchFamily="18" charset="0"/>
                            </a:rPr>
                            <m:t>LS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F4AF6FC-B2A9-7D4C-B7CB-8D36DC70E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929" y="3809591"/>
                <a:ext cx="549766" cy="369332"/>
              </a:xfrm>
              <a:prstGeom prst="rect">
                <a:avLst/>
              </a:prstGeom>
              <a:blipFill>
                <a:blip r:embed="rId6"/>
                <a:stretch>
                  <a:fillRect t="-6557" r="-10000" b="-49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768DA0A-75A0-3B9F-3DD9-F42961DC02CC}"/>
                  </a:ext>
                </a:extLst>
              </p:cNvPr>
              <p:cNvSpPr txBox="1"/>
              <p:nvPr/>
            </p:nvSpPr>
            <p:spPr>
              <a:xfrm>
                <a:off x="3207749" y="4439980"/>
                <a:ext cx="369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768DA0A-75A0-3B9F-3DD9-F42961DC0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749" y="4439980"/>
                <a:ext cx="369011" cy="369332"/>
              </a:xfrm>
              <a:prstGeom prst="rect">
                <a:avLst/>
              </a:prstGeom>
              <a:blipFill>
                <a:blip r:embed="rId7"/>
                <a:stretch>
                  <a:fillRect t="-6557" r="-14754"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8C7254F-7E2D-89FC-7AFF-2A827E553BD4}"/>
              </a:ext>
            </a:extLst>
          </p:cNvPr>
          <p:cNvCxnSpPr>
            <a:cxnSpLocks/>
          </p:cNvCxnSpPr>
          <p:nvPr/>
        </p:nvCxnSpPr>
        <p:spPr>
          <a:xfrm flipV="1">
            <a:off x="3428873" y="4088978"/>
            <a:ext cx="237170" cy="358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FC7E4D0-0010-F6D7-5F45-2A42608D60A2}"/>
              </a:ext>
            </a:extLst>
          </p:cNvPr>
          <p:cNvCxnSpPr>
            <a:cxnSpLocks/>
          </p:cNvCxnSpPr>
          <p:nvPr/>
        </p:nvCxnSpPr>
        <p:spPr>
          <a:xfrm>
            <a:off x="3444552" y="4447309"/>
            <a:ext cx="2797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25A5B9-BB08-F46F-6F6D-F9D421C1D647}"/>
                  </a:ext>
                </a:extLst>
              </p:cNvPr>
              <p:cNvSpPr txBox="1"/>
              <p:nvPr/>
            </p:nvSpPr>
            <p:spPr>
              <a:xfrm>
                <a:off x="3626196" y="3387287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b="1" i="0" smtClean="0">
                          <a:latin typeface="Cambria Math" panose="02040503050406030204" pitchFamily="18" charset="0"/>
                        </a:rPr>
                        <m:t>𝐫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25A5B9-BB08-F46F-6F6D-F9D421C1D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196" y="3387287"/>
                <a:ext cx="35458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0501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A33DF-DE5D-BBD2-DCC9-B9D5FE873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FC29D19C-877E-9218-178C-56857D229AF2}"/>
              </a:ext>
            </a:extLst>
          </p:cNvPr>
          <p:cNvSpPr/>
          <p:nvPr/>
        </p:nvSpPr>
        <p:spPr>
          <a:xfrm>
            <a:off x="1040822" y="2587336"/>
            <a:ext cx="7126432" cy="2462645"/>
          </a:xfrm>
          <a:prstGeom prst="parallelogram">
            <a:avLst>
              <a:gd name="adj" fmla="val 77525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DA67FC3-7CD9-7C9D-BB44-E7E9C93BBCEB}"/>
              </a:ext>
            </a:extLst>
          </p:cNvPr>
          <p:cNvCxnSpPr>
            <a:cxnSpLocks/>
          </p:cNvCxnSpPr>
          <p:nvPr/>
        </p:nvCxnSpPr>
        <p:spPr>
          <a:xfrm flipV="1">
            <a:off x="2514600" y="2781938"/>
            <a:ext cx="1103150" cy="1665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3D91D59-D2C1-BFCE-097B-A1BB72F02508}"/>
              </a:ext>
            </a:extLst>
          </p:cNvPr>
          <p:cNvCxnSpPr>
            <a:cxnSpLocks/>
          </p:cNvCxnSpPr>
          <p:nvPr/>
        </p:nvCxnSpPr>
        <p:spPr>
          <a:xfrm>
            <a:off x="2514600" y="4447309"/>
            <a:ext cx="25804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25CD44-57E6-32EF-F8C8-11506FDED4FB}"/>
              </a:ext>
            </a:extLst>
          </p:cNvPr>
          <p:cNvCxnSpPr>
            <a:cxnSpLocks/>
          </p:cNvCxnSpPr>
          <p:nvPr/>
        </p:nvCxnSpPr>
        <p:spPr>
          <a:xfrm flipV="1">
            <a:off x="3828269" y="3054927"/>
            <a:ext cx="535913" cy="1388969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EEA8F4-8B2E-FE6B-36E9-CAA92A710AFE}"/>
              </a:ext>
            </a:extLst>
          </p:cNvPr>
          <p:cNvCxnSpPr>
            <a:cxnSpLocks/>
          </p:cNvCxnSpPr>
          <p:nvPr/>
        </p:nvCxnSpPr>
        <p:spPr>
          <a:xfrm flipV="1">
            <a:off x="4364182" y="3054927"/>
            <a:ext cx="0" cy="966354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6E5A015-3FB7-D129-0CE2-A6DFC5C19DE9}"/>
                  </a:ext>
                </a:extLst>
              </p:cNvPr>
              <p:cNvSpPr txBox="1"/>
              <p:nvPr/>
            </p:nvSpPr>
            <p:spPr>
              <a:xfrm>
                <a:off x="3173097" y="2533287"/>
                <a:ext cx="467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6E5A015-3FB7-D129-0CE2-A6DFC5C19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097" y="2533287"/>
                <a:ext cx="46762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FEC6CE5-E2D9-9E9F-EFB5-E8062405B36D}"/>
                  </a:ext>
                </a:extLst>
              </p:cNvPr>
              <p:cNvSpPr txBox="1"/>
              <p:nvPr/>
            </p:nvSpPr>
            <p:spPr>
              <a:xfrm>
                <a:off x="5110614" y="4234295"/>
                <a:ext cx="462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FEC6CE5-E2D9-9E9F-EFB5-E8062405B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614" y="4234295"/>
                <a:ext cx="4623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FC0057E-A4B3-8E10-3996-8E007BCBED6C}"/>
                  </a:ext>
                </a:extLst>
              </p:cNvPr>
              <p:cNvSpPr txBox="1"/>
              <p:nvPr/>
            </p:nvSpPr>
            <p:spPr>
              <a:xfrm>
                <a:off x="4258926" y="2694939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FC0057E-A4B3-8E10-3996-8E007BCBE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926" y="2694939"/>
                <a:ext cx="369012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6D54257-E912-73B0-34B8-CB2F2A05C798}"/>
                  </a:ext>
                </a:extLst>
              </p:cNvPr>
              <p:cNvSpPr txBox="1"/>
              <p:nvPr/>
            </p:nvSpPr>
            <p:spPr>
              <a:xfrm>
                <a:off x="2295661" y="4447309"/>
                <a:ext cx="4567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a:rPr lang="en-SG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6D54257-E912-73B0-34B8-CB2F2A05C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661" y="4447309"/>
                <a:ext cx="456792" cy="369332"/>
              </a:xfrm>
              <a:prstGeom prst="rect">
                <a:avLst/>
              </a:prstGeom>
              <a:blipFill>
                <a:blip r:embed="rId5"/>
                <a:stretch>
                  <a:fillRect t="-6667" r="-10667"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7520DA4-AB64-6CBA-893F-1D7346721587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2524057" y="4443896"/>
            <a:ext cx="1334017" cy="3413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F2C45A-F502-3675-5BD1-F4593C1683B7}"/>
                  </a:ext>
                </a:extLst>
              </p:cNvPr>
              <p:cNvSpPr txBox="1"/>
              <p:nvPr/>
            </p:nvSpPr>
            <p:spPr>
              <a:xfrm>
                <a:off x="4341929" y="3809591"/>
                <a:ext cx="5497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SG" b="0" i="0" smtClean="0">
                              <a:latin typeface="Cambria Math" panose="02040503050406030204" pitchFamily="18" charset="0"/>
                            </a:rPr>
                            <m:t>LS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F2C45A-F502-3675-5BD1-F4593C168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929" y="3809591"/>
                <a:ext cx="549766" cy="369332"/>
              </a:xfrm>
              <a:prstGeom prst="rect">
                <a:avLst/>
              </a:prstGeom>
              <a:blipFill>
                <a:blip r:embed="rId6"/>
                <a:stretch>
                  <a:fillRect t="-6557" r="-10000" b="-49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8F0C159-8D56-88EB-0085-37F008FEE6B4}"/>
              </a:ext>
            </a:extLst>
          </p:cNvPr>
          <p:cNvCxnSpPr>
            <a:cxnSpLocks/>
          </p:cNvCxnSpPr>
          <p:nvPr/>
        </p:nvCxnSpPr>
        <p:spPr>
          <a:xfrm flipV="1">
            <a:off x="3828269" y="4088978"/>
            <a:ext cx="237170" cy="358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52FA0C2-93A0-6629-56BC-069F8841A866}"/>
              </a:ext>
            </a:extLst>
          </p:cNvPr>
          <p:cNvCxnSpPr>
            <a:cxnSpLocks/>
          </p:cNvCxnSpPr>
          <p:nvPr/>
        </p:nvCxnSpPr>
        <p:spPr>
          <a:xfrm>
            <a:off x="3847445" y="4447309"/>
            <a:ext cx="2797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5ECB03-DD90-D53A-E6F6-4EF270E17319}"/>
                  </a:ext>
                </a:extLst>
              </p:cNvPr>
              <p:cNvSpPr txBox="1"/>
              <p:nvPr/>
            </p:nvSpPr>
            <p:spPr>
              <a:xfrm>
                <a:off x="3753065" y="3387287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b="1" i="0" smtClean="0">
                          <a:latin typeface="Cambria Math" panose="02040503050406030204" pitchFamily="18" charset="0"/>
                        </a:rPr>
                        <m:t>𝐫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5ECB03-DD90-D53A-E6F6-4EF270E17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065" y="3387287"/>
                <a:ext cx="3545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DEF33A-11E0-EC6E-474E-E223621278BF}"/>
                  </a:ext>
                </a:extLst>
              </p:cNvPr>
              <p:cNvSpPr txBox="1"/>
              <p:nvPr/>
            </p:nvSpPr>
            <p:spPr>
              <a:xfrm>
                <a:off x="3650168" y="4443895"/>
                <a:ext cx="3690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DEF33A-11E0-EC6E-474E-E22362127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0168" y="4443895"/>
                <a:ext cx="369011" cy="369332"/>
              </a:xfrm>
              <a:prstGeom prst="rect">
                <a:avLst/>
              </a:prstGeom>
              <a:blipFill>
                <a:blip r:embed="rId8"/>
                <a:stretch>
                  <a:fillRect t="-6557" r="-15000" b="-49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6601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800F5-DA4A-DEF1-6F84-329F0F4EB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7487BD0B-47CA-AF62-E4F8-6BB713C4D544}"/>
              </a:ext>
            </a:extLst>
          </p:cNvPr>
          <p:cNvSpPr/>
          <p:nvPr/>
        </p:nvSpPr>
        <p:spPr>
          <a:xfrm>
            <a:off x="1040822" y="2587336"/>
            <a:ext cx="7126432" cy="2462645"/>
          </a:xfrm>
          <a:prstGeom prst="parallelogram">
            <a:avLst>
              <a:gd name="adj" fmla="val 77525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6D86978-DD78-600C-344D-5965E654C46F}"/>
              </a:ext>
            </a:extLst>
          </p:cNvPr>
          <p:cNvCxnSpPr>
            <a:cxnSpLocks/>
          </p:cNvCxnSpPr>
          <p:nvPr/>
        </p:nvCxnSpPr>
        <p:spPr>
          <a:xfrm flipV="1">
            <a:off x="2514600" y="2781938"/>
            <a:ext cx="1103150" cy="1665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8A6B00-7CC8-13B9-1471-3F382E0A58D6}"/>
              </a:ext>
            </a:extLst>
          </p:cNvPr>
          <p:cNvCxnSpPr>
            <a:cxnSpLocks/>
          </p:cNvCxnSpPr>
          <p:nvPr/>
        </p:nvCxnSpPr>
        <p:spPr>
          <a:xfrm>
            <a:off x="2514600" y="4447309"/>
            <a:ext cx="25804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713DD5-722C-313F-A6ED-3B37D5272912}"/>
              </a:ext>
            </a:extLst>
          </p:cNvPr>
          <p:cNvCxnSpPr>
            <a:cxnSpLocks/>
          </p:cNvCxnSpPr>
          <p:nvPr/>
        </p:nvCxnSpPr>
        <p:spPr>
          <a:xfrm flipV="1">
            <a:off x="4075315" y="3054927"/>
            <a:ext cx="288867" cy="1159042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C80E86-C300-F168-D68E-48B8FF5F3706}"/>
              </a:ext>
            </a:extLst>
          </p:cNvPr>
          <p:cNvCxnSpPr>
            <a:cxnSpLocks/>
          </p:cNvCxnSpPr>
          <p:nvPr/>
        </p:nvCxnSpPr>
        <p:spPr>
          <a:xfrm flipV="1">
            <a:off x="4364182" y="3054927"/>
            <a:ext cx="0" cy="966354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181757F-5F98-7A3F-7EEB-FF8A1B5DA96D}"/>
                  </a:ext>
                </a:extLst>
              </p:cNvPr>
              <p:cNvSpPr txBox="1"/>
              <p:nvPr/>
            </p:nvSpPr>
            <p:spPr>
              <a:xfrm>
                <a:off x="3173097" y="2533287"/>
                <a:ext cx="467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181757F-5F98-7A3F-7EEB-FF8A1B5DA9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097" y="2533287"/>
                <a:ext cx="46762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221AE71-FFDC-74A3-07EE-285C610CEDEB}"/>
                  </a:ext>
                </a:extLst>
              </p:cNvPr>
              <p:cNvSpPr txBox="1"/>
              <p:nvPr/>
            </p:nvSpPr>
            <p:spPr>
              <a:xfrm>
                <a:off x="5110614" y="4234295"/>
                <a:ext cx="462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221AE71-FFDC-74A3-07EE-285C610CE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614" y="4234295"/>
                <a:ext cx="4623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288B4E-9419-FFC5-2291-36390D449529}"/>
                  </a:ext>
                </a:extLst>
              </p:cNvPr>
              <p:cNvSpPr txBox="1"/>
              <p:nvPr/>
            </p:nvSpPr>
            <p:spPr>
              <a:xfrm>
                <a:off x="4258926" y="2694939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8288B4E-9419-FFC5-2291-36390D449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926" y="2694939"/>
                <a:ext cx="369012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8BC14F6-0B91-5FC1-D975-5A06FC07EA6F}"/>
                  </a:ext>
                </a:extLst>
              </p:cNvPr>
              <p:cNvSpPr txBox="1"/>
              <p:nvPr/>
            </p:nvSpPr>
            <p:spPr>
              <a:xfrm>
                <a:off x="2295661" y="4447309"/>
                <a:ext cx="4567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a:rPr lang="en-SG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8BC14F6-0B91-5FC1-D975-5A06FC07E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661" y="4447309"/>
                <a:ext cx="456792" cy="369332"/>
              </a:xfrm>
              <a:prstGeom prst="rect">
                <a:avLst/>
              </a:prstGeom>
              <a:blipFill>
                <a:blip r:embed="rId5"/>
                <a:stretch>
                  <a:fillRect t="-6667" r="-10667"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3CD0FD5-3D6C-1642-18C0-E27F6EC990B3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2524057" y="4443896"/>
            <a:ext cx="1334017" cy="3413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7FDC803-FE0D-443E-9E11-7EC1A679C7BD}"/>
                  </a:ext>
                </a:extLst>
              </p:cNvPr>
              <p:cNvSpPr txBox="1"/>
              <p:nvPr/>
            </p:nvSpPr>
            <p:spPr>
              <a:xfrm>
                <a:off x="4341929" y="3809591"/>
                <a:ext cx="5497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SG" b="0" i="0" smtClean="0">
                              <a:latin typeface="Cambria Math" panose="02040503050406030204" pitchFamily="18" charset="0"/>
                            </a:rPr>
                            <m:t>LS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7FDC803-FE0D-443E-9E11-7EC1A679C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929" y="3809591"/>
                <a:ext cx="549766" cy="369332"/>
              </a:xfrm>
              <a:prstGeom prst="rect">
                <a:avLst/>
              </a:prstGeom>
              <a:blipFill>
                <a:blip r:embed="rId6"/>
                <a:stretch>
                  <a:fillRect t="-6557" r="-10000" b="-49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5489DDE-427E-5559-226D-524DD25F82E1}"/>
                  </a:ext>
                </a:extLst>
              </p:cNvPr>
              <p:cNvSpPr txBox="1"/>
              <p:nvPr/>
            </p:nvSpPr>
            <p:spPr>
              <a:xfrm>
                <a:off x="3593538" y="4447309"/>
                <a:ext cx="4567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5489DDE-427E-5559-226D-524DD25F8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538" y="4447309"/>
                <a:ext cx="456792" cy="369332"/>
              </a:xfrm>
              <a:prstGeom prst="rect">
                <a:avLst/>
              </a:prstGeom>
              <a:blipFill>
                <a:blip r:embed="rId7"/>
                <a:stretch>
                  <a:fillRect t="-6667" r="-12000"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28DA4BA-12C0-C3A6-90EA-BA20C397388F}"/>
              </a:ext>
            </a:extLst>
          </p:cNvPr>
          <p:cNvCxnSpPr>
            <a:cxnSpLocks/>
          </p:cNvCxnSpPr>
          <p:nvPr/>
        </p:nvCxnSpPr>
        <p:spPr>
          <a:xfrm flipV="1">
            <a:off x="4082112" y="3855939"/>
            <a:ext cx="237170" cy="358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8A16D50-1350-81BC-930F-EC98018C0481}"/>
              </a:ext>
            </a:extLst>
          </p:cNvPr>
          <p:cNvCxnSpPr>
            <a:cxnSpLocks/>
          </p:cNvCxnSpPr>
          <p:nvPr/>
        </p:nvCxnSpPr>
        <p:spPr>
          <a:xfrm>
            <a:off x="4079108" y="4215977"/>
            <a:ext cx="2797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32EB1-3E21-6B81-1EC1-A1ED00B0D73C}"/>
                  </a:ext>
                </a:extLst>
              </p:cNvPr>
              <p:cNvSpPr txBox="1"/>
              <p:nvPr/>
            </p:nvSpPr>
            <p:spPr>
              <a:xfrm>
                <a:off x="4041685" y="3320011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b="1" i="0" smtClean="0">
                          <a:latin typeface="Cambria Math" panose="02040503050406030204" pitchFamily="18" charset="0"/>
                        </a:rPr>
                        <m:t>𝐫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932EB1-3E21-6B81-1EC1-A1ED00B0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685" y="3320011"/>
                <a:ext cx="35458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ABD4F7-47DE-4B02-C07E-4E70C857EC2F}"/>
                  </a:ext>
                </a:extLst>
              </p:cNvPr>
              <p:cNvSpPr txBox="1"/>
              <p:nvPr/>
            </p:nvSpPr>
            <p:spPr>
              <a:xfrm>
                <a:off x="3827234" y="3940371"/>
                <a:ext cx="3561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ABD4F7-47DE-4B02-C07E-4E70C857E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234" y="3940371"/>
                <a:ext cx="356187" cy="369332"/>
              </a:xfrm>
              <a:prstGeom prst="rect">
                <a:avLst/>
              </a:prstGeom>
              <a:blipFill>
                <a:blip r:embed="rId9"/>
                <a:stretch>
                  <a:fillRect t="-6557" r="-13793"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0558A9-CDD3-4476-7308-03C557EB13EE}"/>
              </a:ext>
            </a:extLst>
          </p:cNvPr>
          <p:cNvCxnSpPr>
            <a:cxnSpLocks/>
          </p:cNvCxnSpPr>
          <p:nvPr/>
        </p:nvCxnSpPr>
        <p:spPr>
          <a:xfrm flipH="1">
            <a:off x="3822276" y="4213969"/>
            <a:ext cx="253039" cy="23441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676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0440D-B97A-1F43-F6FA-112E34E61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29E59CC1-3215-D455-57D5-33B5EFD7FF8A}"/>
              </a:ext>
            </a:extLst>
          </p:cNvPr>
          <p:cNvSpPr/>
          <p:nvPr/>
        </p:nvSpPr>
        <p:spPr>
          <a:xfrm>
            <a:off x="1040822" y="2587336"/>
            <a:ext cx="7126432" cy="2462645"/>
          </a:xfrm>
          <a:prstGeom prst="parallelogram">
            <a:avLst>
              <a:gd name="adj" fmla="val 77525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8A30792-BF19-FFCF-735B-D2D24427454B}"/>
              </a:ext>
            </a:extLst>
          </p:cNvPr>
          <p:cNvCxnSpPr>
            <a:cxnSpLocks/>
          </p:cNvCxnSpPr>
          <p:nvPr/>
        </p:nvCxnSpPr>
        <p:spPr>
          <a:xfrm flipV="1">
            <a:off x="2514600" y="2781938"/>
            <a:ext cx="1103150" cy="1665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E963DD-388E-8385-BFE9-283BB89F389E}"/>
              </a:ext>
            </a:extLst>
          </p:cNvPr>
          <p:cNvCxnSpPr>
            <a:cxnSpLocks/>
          </p:cNvCxnSpPr>
          <p:nvPr/>
        </p:nvCxnSpPr>
        <p:spPr>
          <a:xfrm>
            <a:off x="2514600" y="4447309"/>
            <a:ext cx="25804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25ED36E-56EA-55B3-9016-2C8BCAA77E48}"/>
              </a:ext>
            </a:extLst>
          </p:cNvPr>
          <p:cNvCxnSpPr>
            <a:cxnSpLocks/>
          </p:cNvCxnSpPr>
          <p:nvPr/>
        </p:nvCxnSpPr>
        <p:spPr>
          <a:xfrm flipV="1">
            <a:off x="4258926" y="3054927"/>
            <a:ext cx="105256" cy="991917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16B806-F2E7-B4AB-91D2-089E39F347A5}"/>
              </a:ext>
            </a:extLst>
          </p:cNvPr>
          <p:cNvCxnSpPr>
            <a:cxnSpLocks/>
          </p:cNvCxnSpPr>
          <p:nvPr/>
        </p:nvCxnSpPr>
        <p:spPr>
          <a:xfrm flipV="1">
            <a:off x="4364182" y="3054927"/>
            <a:ext cx="0" cy="966354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B6AAC65-5238-A5F4-990F-59E884588467}"/>
                  </a:ext>
                </a:extLst>
              </p:cNvPr>
              <p:cNvSpPr txBox="1"/>
              <p:nvPr/>
            </p:nvSpPr>
            <p:spPr>
              <a:xfrm>
                <a:off x="3173097" y="2533287"/>
                <a:ext cx="467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B6AAC65-5238-A5F4-990F-59E884588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097" y="2533287"/>
                <a:ext cx="46762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B31199-76F4-FA4B-EC80-B2346FA90B17}"/>
                  </a:ext>
                </a:extLst>
              </p:cNvPr>
              <p:cNvSpPr txBox="1"/>
              <p:nvPr/>
            </p:nvSpPr>
            <p:spPr>
              <a:xfrm>
                <a:off x="5110614" y="4234295"/>
                <a:ext cx="462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B31199-76F4-FA4B-EC80-B2346FA90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614" y="4234295"/>
                <a:ext cx="4623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7D02DE6-B596-2302-6A4B-BFED840DE94D}"/>
                  </a:ext>
                </a:extLst>
              </p:cNvPr>
              <p:cNvSpPr txBox="1"/>
              <p:nvPr/>
            </p:nvSpPr>
            <p:spPr>
              <a:xfrm>
                <a:off x="4258926" y="2694939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7D02DE6-B596-2302-6A4B-BFED840DE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926" y="2694939"/>
                <a:ext cx="369012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DBDA13-B2EA-C46F-155C-51239645ACEC}"/>
                  </a:ext>
                </a:extLst>
              </p:cNvPr>
              <p:cNvSpPr txBox="1"/>
              <p:nvPr/>
            </p:nvSpPr>
            <p:spPr>
              <a:xfrm>
                <a:off x="2295661" y="4447309"/>
                <a:ext cx="4567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a:rPr lang="en-SG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ADBDA13-B2EA-C46F-155C-51239645A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661" y="4447309"/>
                <a:ext cx="456792" cy="369332"/>
              </a:xfrm>
              <a:prstGeom prst="rect">
                <a:avLst/>
              </a:prstGeom>
              <a:blipFill>
                <a:blip r:embed="rId5"/>
                <a:stretch>
                  <a:fillRect t="-6667" r="-10667"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7D8DB80-1462-7794-5755-5CE834AF4FC7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2524057" y="4443896"/>
            <a:ext cx="1334017" cy="3413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2C86DBC-A7B7-D777-1D34-2E5FB4A0113F}"/>
                  </a:ext>
                </a:extLst>
              </p:cNvPr>
              <p:cNvSpPr txBox="1"/>
              <p:nvPr/>
            </p:nvSpPr>
            <p:spPr>
              <a:xfrm>
                <a:off x="4341929" y="3809591"/>
                <a:ext cx="5497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SG" b="0" i="0" smtClean="0">
                              <a:latin typeface="Cambria Math" panose="02040503050406030204" pitchFamily="18" charset="0"/>
                            </a:rPr>
                            <m:t>LS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2C86DBC-A7B7-D777-1D34-2E5FB4A01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929" y="3809591"/>
                <a:ext cx="549766" cy="369332"/>
              </a:xfrm>
              <a:prstGeom prst="rect">
                <a:avLst/>
              </a:prstGeom>
              <a:blipFill>
                <a:blip r:embed="rId6"/>
                <a:stretch>
                  <a:fillRect t="-6557" r="-10000" b="-49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3479EF1-3E48-8BF5-D6D5-866B6148FA72}"/>
                  </a:ext>
                </a:extLst>
              </p:cNvPr>
              <p:cNvSpPr txBox="1"/>
              <p:nvPr/>
            </p:nvSpPr>
            <p:spPr>
              <a:xfrm>
                <a:off x="3593538" y="4447309"/>
                <a:ext cx="4567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3479EF1-3E48-8BF5-D6D5-866B6148F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538" y="4447309"/>
                <a:ext cx="456792" cy="369332"/>
              </a:xfrm>
              <a:prstGeom prst="rect">
                <a:avLst/>
              </a:prstGeom>
              <a:blipFill>
                <a:blip r:embed="rId7"/>
                <a:stretch>
                  <a:fillRect t="-6667" r="-12000"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1BECCB2-9566-421C-A1C1-F89AC34A0E23}"/>
              </a:ext>
            </a:extLst>
          </p:cNvPr>
          <p:cNvCxnSpPr>
            <a:cxnSpLocks/>
          </p:cNvCxnSpPr>
          <p:nvPr/>
        </p:nvCxnSpPr>
        <p:spPr>
          <a:xfrm flipV="1">
            <a:off x="4272183" y="3674099"/>
            <a:ext cx="237170" cy="358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2BC462C-971D-1A29-71B8-6F12A65F7110}"/>
              </a:ext>
            </a:extLst>
          </p:cNvPr>
          <p:cNvCxnSpPr>
            <a:cxnSpLocks/>
          </p:cNvCxnSpPr>
          <p:nvPr/>
        </p:nvCxnSpPr>
        <p:spPr>
          <a:xfrm>
            <a:off x="4258926" y="4043430"/>
            <a:ext cx="2797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B00678-DF87-0384-F655-7BC95A846A5B}"/>
                  </a:ext>
                </a:extLst>
              </p:cNvPr>
              <p:cNvSpPr txBox="1"/>
              <p:nvPr/>
            </p:nvSpPr>
            <p:spPr>
              <a:xfrm>
                <a:off x="4041685" y="3320011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b="1" i="0" smtClean="0">
                          <a:latin typeface="Cambria Math" panose="02040503050406030204" pitchFamily="18" charset="0"/>
                        </a:rPr>
                        <m:t>𝐫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B00678-DF87-0384-F655-7BC95A846A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685" y="3320011"/>
                <a:ext cx="35458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EA58B42-EFEA-4665-1420-50F5B8317546}"/>
              </a:ext>
            </a:extLst>
          </p:cNvPr>
          <p:cNvCxnSpPr>
            <a:cxnSpLocks/>
            <a:endCxn id="39" idx="0"/>
          </p:cNvCxnSpPr>
          <p:nvPr/>
        </p:nvCxnSpPr>
        <p:spPr>
          <a:xfrm flipH="1">
            <a:off x="3821934" y="4039537"/>
            <a:ext cx="436992" cy="407772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5F6AF7-B98C-20DB-6F7B-81D59597C44E}"/>
                  </a:ext>
                </a:extLst>
              </p:cNvPr>
              <p:cNvSpPr txBox="1"/>
              <p:nvPr/>
            </p:nvSpPr>
            <p:spPr>
              <a:xfrm>
                <a:off x="3996868" y="3752010"/>
                <a:ext cx="3561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5F6AF7-B98C-20DB-6F7B-81D59597C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868" y="3752010"/>
                <a:ext cx="356187" cy="369332"/>
              </a:xfrm>
              <a:prstGeom prst="rect">
                <a:avLst/>
              </a:prstGeom>
              <a:blipFill>
                <a:blip r:embed="rId9"/>
                <a:stretch>
                  <a:fillRect t="-6557" r="-13793"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4932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4597B-AD02-ED10-FEBA-FA7CA3DFB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F45740E3-F0D2-8E26-DF4F-4E1AE3B3C17F}"/>
              </a:ext>
            </a:extLst>
          </p:cNvPr>
          <p:cNvSpPr/>
          <p:nvPr/>
        </p:nvSpPr>
        <p:spPr>
          <a:xfrm>
            <a:off x="1040822" y="2587336"/>
            <a:ext cx="7126432" cy="2462645"/>
          </a:xfrm>
          <a:prstGeom prst="parallelogram">
            <a:avLst>
              <a:gd name="adj" fmla="val 77525"/>
            </a:avLst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108F523-81A6-DC0A-D90A-F08FBC9DB443}"/>
              </a:ext>
            </a:extLst>
          </p:cNvPr>
          <p:cNvCxnSpPr>
            <a:cxnSpLocks/>
          </p:cNvCxnSpPr>
          <p:nvPr/>
        </p:nvCxnSpPr>
        <p:spPr>
          <a:xfrm flipV="1">
            <a:off x="2514600" y="2781938"/>
            <a:ext cx="1103150" cy="1665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C4C93F2-53C8-F9B3-9732-2DC60697FE70}"/>
              </a:ext>
            </a:extLst>
          </p:cNvPr>
          <p:cNvCxnSpPr>
            <a:cxnSpLocks/>
          </p:cNvCxnSpPr>
          <p:nvPr/>
        </p:nvCxnSpPr>
        <p:spPr>
          <a:xfrm>
            <a:off x="2514600" y="4447309"/>
            <a:ext cx="25804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7EF82AD-2B2D-D124-4F5D-5A9DC117E610}"/>
              </a:ext>
            </a:extLst>
          </p:cNvPr>
          <p:cNvCxnSpPr>
            <a:cxnSpLocks/>
            <a:stCxn id="37" idx="1"/>
          </p:cNvCxnSpPr>
          <p:nvPr/>
        </p:nvCxnSpPr>
        <p:spPr>
          <a:xfrm flipV="1">
            <a:off x="4349073" y="3064271"/>
            <a:ext cx="0" cy="929986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1049A1-24AF-8783-DB51-9AD871F529E5}"/>
                  </a:ext>
                </a:extLst>
              </p:cNvPr>
              <p:cNvSpPr txBox="1"/>
              <p:nvPr/>
            </p:nvSpPr>
            <p:spPr>
              <a:xfrm>
                <a:off x="3173097" y="2533287"/>
                <a:ext cx="4676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1049A1-24AF-8783-DB51-9AD871F52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097" y="2533287"/>
                <a:ext cx="467629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4B5DBC7-A547-BE96-7577-D140CD039D72}"/>
                  </a:ext>
                </a:extLst>
              </p:cNvPr>
              <p:cNvSpPr txBox="1"/>
              <p:nvPr/>
            </p:nvSpPr>
            <p:spPr>
              <a:xfrm>
                <a:off x="5110614" y="4234295"/>
                <a:ext cx="4623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SG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4B5DBC7-A547-BE96-7577-D140CD039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0614" y="4234295"/>
                <a:ext cx="46230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BBE8C9A-47FB-784D-E105-DF81DF1400B1}"/>
                  </a:ext>
                </a:extLst>
              </p:cNvPr>
              <p:cNvSpPr txBox="1"/>
              <p:nvPr/>
            </p:nvSpPr>
            <p:spPr>
              <a:xfrm>
                <a:off x="4258926" y="2694939"/>
                <a:ext cx="3690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BBE8C9A-47FB-784D-E105-DF81DF140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8926" y="2694939"/>
                <a:ext cx="369012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922D751-3253-2BF0-E7DE-E79BC309D263}"/>
                  </a:ext>
                </a:extLst>
              </p:cNvPr>
              <p:cNvSpPr txBox="1"/>
              <p:nvPr/>
            </p:nvSpPr>
            <p:spPr>
              <a:xfrm>
                <a:off x="2295661" y="4447309"/>
                <a:ext cx="4567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a:rPr lang="en-SG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922D751-3253-2BF0-E7DE-E79BC309D2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661" y="4447309"/>
                <a:ext cx="456792" cy="369332"/>
              </a:xfrm>
              <a:prstGeom prst="rect">
                <a:avLst/>
              </a:prstGeom>
              <a:blipFill>
                <a:blip r:embed="rId5"/>
                <a:stretch>
                  <a:fillRect t="-6667" r="-10667"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E0B7623-6735-0D36-188D-FE7DB67D8690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2524057" y="4443896"/>
            <a:ext cx="1334017" cy="3413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EAAC02B-0937-46AB-41C6-4B0C7F3EA949}"/>
                  </a:ext>
                </a:extLst>
              </p:cNvPr>
              <p:cNvSpPr txBox="1"/>
              <p:nvPr/>
            </p:nvSpPr>
            <p:spPr>
              <a:xfrm>
                <a:off x="4349073" y="3809591"/>
                <a:ext cx="5497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SG" b="0" i="0" smtClean="0">
                              <a:latin typeface="Cambria Math" panose="02040503050406030204" pitchFamily="18" charset="0"/>
                            </a:rPr>
                            <m:t>LS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EAAC02B-0937-46AB-41C6-4B0C7F3EA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073" y="3809591"/>
                <a:ext cx="549766" cy="369332"/>
              </a:xfrm>
              <a:prstGeom prst="rect">
                <a:avLst/>
              </a:prstGeom>
              <a:blipFill>
                <a:blip r:embed="rId6"/>
                <a:stretch>
                  <a:fillRect t="-6557" r="-8791" b="-491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56F5874-7E43-8965-552E-8C95560E14AC}"/>
                  </a:ext>
                </a:extLst>
              </p:cNvPr>
              <p:cNvSpPr txBox="1"/>
              <p:nvPr/>
            </p:nvSpPr>
            <p:spPr>
              <a:xfrm>
                <a:off x="3593538" y="4447309"/>
                <a:ext cx="4567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SG" b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SG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a:rPr lang="en-SG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56F5874-7E43-8965-552E-8C95560E1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3538" y="4447309"/>
                <a:ext cx="456792" cy="369332"/>
              </a:xfrm>
              <a:prstGeom prst="rect">
                <a:avLst/>
              </a:prstGeom>
              <a:blipFill>
                <a:blip r:embed="rId7"/>
                <a:stretch>
                  <a:fillRect t="-6667" r="-12000" b="-6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08C2A8-2265-C3DB-7EC1-BCC4AD98D786}"/>
                  </a:ext>
                </a:extLst>
              </p:cNvPr>
              <p:cNvSpPr txBox="1"/>
              <p:nvPr/>
            </p:nvSpPr>
            <p:spPr>
              <a:xfrm>
                <a:off x="4041685" y="3320011"/>
                <a:ext cx="3545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SG" b="1" i="0" smtClean="0">
                          <a:latin typeface="Cambria Math" panose="02040503050406030204" pitchFamily="18" charset="0"/>
                        </a:rPr>
                        <m:t>𝐫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08C2A8-2265-C3DB-7EC1-BCC4AD98D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685" y="3320011"/>
                <a:ext cx="35458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5133D0C-8047-CB5C-3098-844F2E86A1F2}"/>
              </a:ext>
            </a:extLst>
          </p:cNvPr>
          <p:cNvCxnSpPr>
            <a:cxnSpLocks/>
            <a:stCxn id="37" idx="1"/>
            <a:endCxn id="39" idx="0"/>
          </p:cNvCxnSpPr>
          <p:nvPr/>
        </p:nvCxnSpPr>
        <p:spPr>
          <a:xfrm flipH="1">
            <a:off x="3821934" y="3994257"/>
            <a:ext cx="527139" cy="453052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291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50</Words>
  <Application>Microsoft Office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 Xi Peh</dc:creator>
  <cp:lastModifiedBy>Yan Xi Peh</cp:lastModifiedBy>
  <cp:revision>2</cp:revision>
  <dcterms:created xsi:type="dcterms:W3CDTF">2026-10-02T12:57:04Z</dcterms:created>
  <dcterms:modified xsi:type="dcterms:W3CDTF">2026-10-02T14:55:52Z</dcterms:modified>
</cp:coreProperties>
</file>